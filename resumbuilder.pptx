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1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68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84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36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6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613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8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25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81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14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F7A811-9A53-4B24-9A09-E6B043A4BA8C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337A3B-C6DB-41A5-BB14-E3DB93E66D6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2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nf-resume-builder.netlify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5CC4EF-245C-2B7A-22FE-1686AC6ABF0B}"/>
              </a:ext>
            </a:extLst>
          </p:cNvPr>
          <p:cNvSpPr txBox="1"/>
          <p:nvPr/>
        </p:nvSpPr>
        <p:spPr>
          <a:xfrm>
            <a:off x="2664542" y="2399143"/>
            <a:ext cx="68629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1" dirty="0">
                <a:solidFill>
                  <a:schemeClr val="accent2">
                    <a:lumMod val="50000"/>
                  </a:schemeClr>
                </a:solidFill>
              </a:rPr>
              <a:t>Advanced Resume Builder </a:t>
            </a:r>
          </a:p>
          <a:p>
            <a:pPr algn="ctr"/>
            <a:r>
              <a:rPr lang="en-IN" sz="3200" b="1" i="1" dirty="0">
                <a:solidFill>
                  <a:schemeClr val="accent2">
                    <a:lumMod val="50000"/>
                  </a:schemeClr>
                </a:solidFill>
              </a:rPr>
              <a:t>Build Your Resume Offline in 2 minutes</a:t>
            </a:r>
            <a:endParaRPr lang="en-IN"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81680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EB7B-AEE5-6F53-A5AC-AC0451A1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13974F-8CD1-80C4-3E01-723ADEB5B41E}"/>
              </a:ext>
            </a:extLst>
          </p:cNvPr>
          <p:cNvSpPr txBox="1"/>
          <p:nvPr/>
        </p:nvSpPr>
        <p:spPr>
          <a:xfrm>
            <a:off x="3824748" y="521182"/>
            <a:ext cx="3972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accent2">
                    <a:lumMod val="50000"/>
                  </a:schemeClr>
                </a:solidFill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6EFD4-23B1-ECBC-63D2-8DCA1918DD03}"/>
              </a:ext>
            </a:extLst>
          </p:cNvPr>
          <p:cNvSpPr txBox="1"/>
          <p:nvPr/>
        </p:nvSpPr>
        <p:spPr>
          <a:xfrm>
            <a:off x="1111045" y="1692536"/>
            <a:ext cx="708414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What is Advanced Resume Builder?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/>
              <a:t>Professional resume creation tool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A4 PDF format output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Real-time preview functionality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Modern, responsive design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Client-side data processing (privacy-focused)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No server dependencies required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8F7294-C34C-8A26-A640-074C32F9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396" y="2025752"/>
            <a:ext cx="52101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596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AF1F-EE0A-8F07-6A7B-9111F107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C8BEED-5793-6CC1-6A99-C46B6A6B7F63}"/>
              </a:ext>
            </a:extLst>
          </p:cNvPr>
          <p:cNvSpPr txBox="1"/>
          <p:nvPr/>
        </p:nvSpPr>
        <p:spPr>
          <a:xfrm>
            <a:off x="3636091" y="592234"/>
            <a:ext cx="3972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accent2">
                    <a:lumMod val="50000"/>
                  </a:schemeClr>
                </a:solidFill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9E304-8B56-C758-A48C-B82D95671F2D}"/>
              </a:ext>
            </a:extLst>
          </p:cNvPr>
          <p:cNvSpPr txBox="1"/>
          <p:nvPr/>
        </p:nvSpPr>
        <p:spPr>
          <a:xfrm>
            <a:off x="1081549" y="2017001"/>
            <a:ext cx="708414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Why This Project?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dirty="0"/>
              <a:t>Traditional resume builders lack customization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Most tools require paid subscriptions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Limited template options available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No real-time preview functionality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Data privacy concerns with cloud storage</a:t>
            </a:r>
          </a:p>
          <a:p>
            <a:pPr>
              <a:lnSpc>
                <a:spcPct val="150000"/>
              </a:lnSpc>
            </a:pPr>
            <a:r>
              <a:rPr lang="en-GB" sz="2000" dirty="0"/>
              <a:t>Complex interfaces for simple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E68582-5AB5-2DC0-D2EE-EBE3837A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524" y="1321517"/>
            <a:ext cx="45148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9987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494D-14C0-B854-BB53-67549250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AC4C09-0113-D7AC-4BE8-8219FF103E6C}"/>
              </a:ext>
            </a:extLst>
          </p:cNvPr>
          <p:cNvSpPr txBox="1"/>
          <p:nvPr/>
        </p:nvSpPr>
        <p:spPr>
          <a:xfrm>
            <a:off x="4279184" y="545062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accent2">
                    <a:lumMod val="50000"/>
                  </a:schemeClr>
                </a:solidFill>
              </a:rPr>
              <a:t>Project Objective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E3BD4-12B3-B6C1-1AA7-E4039081D69B}"/>
              </a:ext>
            </a:extLst>
          </p:cNvPr>
          <p:cNvSpPr txBox="1"/>
          <p:nvPr/>
        </p:nvSpPr>
        <p:spPr>
          <a:xfrm>
            <a:off x="586973" y="2136350"/>
            <a:ext cx="708414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Essential Features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b="1" dirty="0"/>
              <a:t>Real-time Resume Preview:</a:t>
            </a:r>
            <a:r>
              <a:rPr lang="en-GB" sz="2000" dirty="0"/>
              <a:t> Live A4 format preview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Multiple Templates:</a:t>
            </a:r>
            <a:r>
              <a:rPr lang="en-GB" sz="2000" dirty="0"/>
              <a:t> Modern and Classic layouts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PDF Export:</a:t>
            </a:r>
            <a:r>
              <a:rPr lang="en-GB" sz="2000" dirty="0"/>
              <a:t> Direct browser-based PDF generation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Drag &amp; Drop:</a:t>
            </a:r>
            <a:r>
              <a:rPr lang="en-GB" sz="2000" dirty="0"/>
              <a:t> Reorder sections easily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Auto-save:</a:t>
            </a:r>
            <a:r>
              <a:rPr lang="en-GB" sz="2000" dirty="0"/>
              <a:t> Browser storage with no data loss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Mobile Responsive:</a:t>
            </a:r>
            <a:r>
              <a:rPr lang="en-GB" sz="2000" dirty="0"/>
              <a:t> Works on all devices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F48DF7-7389-9515-7F75-A5C036E50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207" y="1733986"/>
            <a:ext cx="2319562" cy="20335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8FFC84-548A-9482-27A2-C62D58892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346" y="1712546"/>
            <a:ext cx="1725083" cy="17413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0AD92-7A4B-BE38-D9A3-A7E4CBEC7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692" y="4169796"/>
            <a:ext cx="3919308" cy="20980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86A132-12AD-AA87-3B83-B414588CA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265" y="4557433"/>
            <a:ext cx="1876886" cy="171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979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47B0A-4C5A-F951-A36D-94FDB728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44C8B7-0FA2-2AA3-7D2E-746C7CB448FC}"/>
              </a:ext>
            </a:extLst>
          </p:cNvPr>
          <p:cNvSpPr txBox="1"/>
          <p:nvPr/>
        </p:nvSpPr>
        <p:spPr>
          <a:xfrm>
            <a:off x="4079631" y="551416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</a:rPr>
              <a:t>Key Features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57DD7-6EB0-5ADF-B56B-4FA6FD7F017E}"/>
              </a:ext>
            </a:extLst>
          </p:cNvPr>
          <p:cNvSpPr txBox="1"/>
          <p:nvPr/>
        </p:nvSpPr>
        <p:spPr>
          <a:xfrm>
            <a:off x="862619" y="1976466"/>
            <a:ext cx="708414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Advanced Customization Options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 err="1"/>
              <a:t>Color</a:t>
            </a:r>
            <a:r>
              <a:rPr lang="en-IN" sz="2000" b="1" dirty="0"/>
              <a:t> Themes:</a:t>
            </a:r>
            <a:r>
              <a:rPr lang="en-IN" sz="2000" dirty="0"/>
              <a:t> Custom accent </a:t>
            </a:r>
            <a:r>
              <a:rPr lang="en-IN" sz="2000" dirty="0" err="1"/>
              <a:t>colors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Font Scaling:</a:t>
            </a:r>
            <a:r>
              <a:rPr lang="en-IN" sz="2000" dirty="0"/>
              <a:t> Adjustable text sizes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Page Breaks:</a:t>
            </a:r>
            <a:r>
              <a:rPr lang="en-IN" sz="2000" dirty="0"/>
              <a:t> Manual page break control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Section Reordering:</a:t>
            </a:r>
            <a:r>
              <a:rPr lang="en-IN" sz="2000" dirty="0"/>
              <a:t> Flexible layout arrangement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Photo Upload:</a:t>
            </a:r>
            <a:r>
              <a:rPr lang="en-IN" sz="2000" dirty="0"/>
              <a:t> Profile picture integration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Export/Import:</a:t>
            </a:r>
            <a:r>
              <a:rPr lang="en-IN" sz="2000" dirty="0"/>
              <a:t> JSON data backup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0410B-962A-2AA0-56DC-7A0AACD6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62" y="1432655"/>
            <a:ext cx="1670946" cy="1605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9BC5BB-3296-871F-3AE1-B05D84E38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74" y="4737908"/>
            <a:ext cx="2484056" cy="1483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AFA431-482E-2763-6A85-EA5D47A6B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729" y="3266833"/>
            <a:ext cx="1339865" cy="1250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AB7048-DF9C-ACC9-BCD5-782F322C2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595" y="5070558"/>
            <a:ext cx="1975218" cy="10532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51C88C-01AB-CC4B-6ACB-7776BB62BD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3676" y="1789471"/>
            <a:ext cx="1867492" cy="30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3604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2DB1-760B-C317-35F9-14F00850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78058-9A84-314A-9DC5-4335C6CE4AD9}"/>
              </a:ext>
            </a:extLst>
          </p:cNvPr>
          <p:cNvSpPr txBox="1"/>
          <p:nvPr/>
        </p:nvSpPr>
        <p:spPr>
          <a:xfrm>
            <a:off x="4558481" y="277286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</a:rPr>
              <a:t>Use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FCA68-2AFE-E35B-4C6D-12699CFDF8AF}"/>
              </a:ext>
            </a:extLst>
          </p:cNvPr>
          <p:cNvSpPr txBox="1"/>
          <p:nvPr/>
        </p:nvSpPr>
        <p:spPr>
          <a:xfrm>
            <a:off x="1002891" y="1271834"/>
            <a:ext cx="821976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Technology Stack &amp; Structure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Frontend: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HTML5 (Semantic markup)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CSS3 (Grid, Flexbox, Custom Properties)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Vanilla JavaScript (ES6+)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Features: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Component-based architecture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State management system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Local storage integration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Print-optimized CSS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58F35-6439-ECE5-4077-0E9968D49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504" y="1307689"/>
            <a:ext cx="4030995" cy="1644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BD06C2-9DD0-9F54-3823-3FEC2E95C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148" y="3429000"/>
            <a:ext cx="3475637" cy="250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04274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E080-A5F6-742A-E858-669C6350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C5DEF-755B-F298-6864-5B7D762787B5}"/>
              </a:ext>
            </a:extLst>
          </p:cNvPr>
          <p:cNvSpPr txBox="1"/>
          <p:nvPr/>
        </p:nvSpPr>
        <p:spPr>
          <a:xfrm>
            <a:off x="3984524" y="558144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</a:rPr>
              <a:t>User Interface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16CBD-550B-54A1-08AD-3CACF4EA43C5}"/>
              </a:ext>
            </a:extLst>
          </p:cNvPr>
          <p:cNvSpPr txBox="1"/>
          <p:nvPr/>
        </p:nvSpPr>
        <p:spPr>
          <a:xfrm>
            <a:off x="757085" y="1688780"/>
            <a:ext cx="8219767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Modern &amp; Intuitive Design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 err="1"/>
              <a:t>Glassmorphism</a:t>
            </a:r>
            <a:r>
              <a:rPr lang="en-IN" sz="2000" b="1" dirty="0"/>
              <a:t> Effects:</a:t>
            </a:r>
            <a:r>
              <a:rPr lang="en-IN" sz="2000" dirty="0"/>
              <a:t> Modern visual design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Gradient Backgrounds:</a:t>
            </a:r>
            <a:r>
              <a:rPr lang="en-IN" sz="2000" dirty="0"/>
              <a:t> Eye-catching aesthetics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Responsive Layout:</a:t>
            </a:r>
            <a:r>
              <a:rPr lang="en-IN" sz="2000" dirty="0"/>
              <a:t> Grid-based structure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Interactive Elements:</a:t>
            </a:r>
            <a:r>
              <a:rPr lang="en-IN" sz="2000" dirty="0"/>
              <a:t> Hover effects and animations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Clean Typography:</a:t>
            </a:r>
            <a:r>
              <a:rPr lang="en-IN" sz="2000" dirty="0"/>
              <a:t> Readable font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0B018-3CE7-CB6B-4948-12284854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448" y="1289961"/>
            <a:ext cx="2550241" cy="45958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75BFA-2C5E-5AFF-DDA2-F2A4DBE449EB}"/>
              </a:ext>
            </a:extLst>
          </p:cNvPr>
          <p:cNvSpPr txBox="1"/>
          <p:nvPr/>
        </p:nvSpPr>
        <p:spPr>
          <a:xfrm>
            <a:off x="868311" y="4640625"/>
            <a:ext cx="597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F0"/>
                </a:solidFill>
              </a:rPr>
              <a:t>Go To Website :- </a:t>
            </a:r>
            <a:r>
              <a:rPr lang="en-IN" dirty="0">
                <a:hlinkClick r:id="rId3"/>
              </a:rPr>
              <a:t>https://inf-resume-builder.netlify.app</a:t>
            </a:r>
            <a:r>
              <a:rPr lang="en-IN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71900532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5AB9-4E28-54E9-FB5C-56EC41E1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6A505F-4D48-06C4-F231-BA58D3CF593C}"/>
              </a:ext>
            </a:extLst>
          </p:cNvPr>
          <p:cNvSpPr txBox="1"/>
          <p:nvPr/>
        </p:nvSpPr>
        <p:spPr>
          <a:xfrm>
            <a:off x="4015709" y="339370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2">
                    <a:lumMod val="50000"/>
                  </a:schemeClr>
                </a:solidFill>
              </a:rPr>
              <a:t>Advanced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96D44-6558-1C54-7677-291B236BE704}"/>
              </a:ext>
            </a:extLst>
          </p:cNvPr>
          <p:cNvSpPr txBox="1"/>
          <p:nvPr/>
        </p:nvSpPr>
        <p:spPr>
          <a:xfrm>
            <a:off x="1022556" y="1331427"/>
            <a:ext cx="8219767" cy="431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/>
              <a:t>Professional Capabilities</a:t>
            </a:r>
            <a:endParaRPr lang="en-IN" sz="2000" dirty="0"/>
          </a:p>
          <a:p>
            <a:pPr>
              <a:lnSpc>
                <a:spcPct val="200000"/>
              </a:lnSpc>
            </a:pPr>
            <a:r>
              <a:rPr lang="en-IN" sz="2000" b="1" dirty="0"/>
              <a:t>Force One Page:</a:t>
            </a:r>
            <a:r>
              <a:rPr lang="en-IN" sz="2000" dirty="0"/>
              <a:t> Auto-scaling for single page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Page Break Control:</a:t>
            </a:r>
            <a:r>
              <a:rPr lang="en-IN" sz="2000" dirty="0"/>
              <a:t> Manual pagination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Template Switching:</a:t>
            </a:r>
            <a:r>
              <a:rPr lang="en-IN" sz="2000" dirty="0"/>
              <a:t> Instant layout changes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Data Validation:</a:t>
            </a:r>
            <a:r>
              <a:rPr lang="en-IN" sz="2000" dirty="0"/>
              <a:t> Input error prevention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Accessibility:</a:t>
            </a:r>
            <a:r>
              <a:rPr lang="en-IN" sz="2000" dirty="0"/>
              <a:t> Screen reader friendly</a:t>
            </a:r>
          </a:p>
          <a:p>
            <a:pPr>
              <a:lnSpc>
                <a:spcPct val="200000"/>
              </a:lnSpc>
            </a:pPr>
            <a:r>
              <a:rPr lang="en-IN" sz="2000" b="1" dirty="0"/>
              <a:t>Cross-browser Support:</a:t>
            </a:r>
            <a:r>
              <a:rPr lang="en-IN" sz="2000" dirty="0"/>
              <a:t> Universal compatibility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487C0-72F6-CF2D-E4C8-E5760C050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292" y="3774839"/>
            <a:ext cx="3378810" cy="2466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35DDF4-8AE0-DC00-9E68-5B3E305F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292" y="927116"/>
            <a:ext cx="3378810" cy="284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7531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CEF6-5DEC-3B5B-510C-8EFBEB27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435DA9-8C6C-40A1-B2DC-1ECD0649D775}"/>
              </a:ext>
            </a:extLst>
          </p:cNvPr>
          <p:cNvSpPr txBox="1"/>
          <p:nvPr/>
        </p:nvSpPr>
        <p:spPr>
          <a:xfrm>
            <a:off x="4289323" y="597472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Data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9D0499-C84A-1413-CECF-D5E32335D707}"/>
              </a:ext>
            </a:extLst>
          </p:cNvPr>
          <p:cNvSpPr txBox="1"/>
          <p:nvPr/>
        </p:nvSpPr>
        <p:spPr>
          <a:xfrm>
            <a:off x="1101212" y="1790859"/>
            <a:ext cx="8219767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Privacy &amp; Storage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Local Storage:</a:t>
            </a:r>
            <a:r>
              <a:rPr lang="en-IN" sz="2000" dirty="0"/>
              <a:t> No server required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JSON Export/Import:</a:t>
            </a:r>
            <a:r>
              <a:rPr lang="en-IN" sz="2000" dirty="0"/>
              <a:t> Data portability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Auto-save:</a:t>
            </a:r>
            <a:r>
              <a:rPr lang="en-IN" sz="2000" dirty="0"/>
              <a:t> Automatic data preservation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No Data Transmission:</a:t>
            </a:r>
            <a:r>
              <a:rPr lang="en-IN" sz="2000" dirty="0"/>
              <a:t> Complete privacy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Offline Functionality:</a:t>
            </a:r>
            <a:r>
              <a:rPr lang="en-IN" sz="2000" dirty="0"/>
              <a:t> Works without internet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Reset Options:</a:t>
            </a:r>
            <a:r>
              <a:rPr lang="en-IN" sz="2000" dirty="0"/>
              <a:t> Clean slate capability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9037D-B140-A988-DC70-6430A501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179" y="2042742"/>
            <a:ext cx="3759609" cy="333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8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44116-F6E4-A5D0-AE1A-31265CD3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435A25-EC0A-DFCE-8D38-26FF9BA7E678}"/>
              </a:ext>
            </a:extLst>
          </p:cNvPr>
          <p:cNvSpPr txBox="1"/>
          <p:nvPr/>
        </p:nvSpPr>
        <p:spPr>
          <a:xfrm>
            <a:off x="3974692" y="538481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Technical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E3DC3-F770-9603-7008-4414AADEB879}"/>
              </a:ext>
            </a:extLst>
          </p:cNvPr>
          <p:cNvSpPr txBox="1"/>
          <p:nvPr/>
        </p:nvSpPr>
        <p:spPr>
          <a:xfrm>
            <a:off x="816078" y="1925616"/>
            <a:ext cx="8219767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Key Code Components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State Management:</a:t>
            </a:r>
            <a:r>
              <a:rPr lang="en-IN" sz="2000" dirty="0"/>
              <a:t> Centralized data handling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Event Binding:</a:t>
            </a:r>
            <a:r>
              <a:rPr lang="en-IN" sz="2000" dirty="0"/>
              <a:t> Dynamic form interactions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Template System:</a:t>
            </a:r>
            <a:r>
              <a:rPr lang="en-IN" sz="2000" dirty="0"/>
              <a:t> Modular HTML generation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CSS Variables:</a:t>
            </a:r>
            <a:r>
              <a:rPr lang="en-IN" sz="2000" dirty="0"/>
              <a:t> Dynamic theming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Print Optimization:</a:t>
            </a:r>
            <a:r>
              <a:rPr lang="en-IN" sz="2000" dirty="0"/>
              <a:t> Media queries for PDF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Drag &amp; Drop API:</a:t>
            </a:r>
            <a:r>
              <a:rPr lang="en-IN" sz="2000" dirty="0"/>
              <a:t> Native browser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444A9-E3CE-4A19-F680-E77FBF33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478" y="2340077"/>
            <a:ext cx="4087583" cy="30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1016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D225D-8B2D-F862-5C71-56F1073A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36BCC-5A2D-74F5-C923-3A61F413A18A}"/>
              </a:ext>
            </a:extLst>
          </p:cNvPr>
          <p:cNvSpPr txBox="1"/>
          <p:nvPr/>
        </p:nvSpPr>
        <p:spPr>
          <a:xfrm>
            <a:off x="3807544" y="499151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accent3"/>
                </a:solidFill>
              </a:rPr>
              <a:t>User Experience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0B50C-6FA9-717B-9F50-05125CFA694D}"/>
              </a:ext>
            </a:extLst>
          </p:cNvPr>
          <p:cNvSpPr txBox="1"/>
          <p:nvPr/>
        </p:nvSpPr>
        <p:spPr>
          <a:xfrm>
            <a:off x="1032388" y="1977116"/>
            <a:ext cx="8219767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/>
              <a:t>Application Workflow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b="1" dirty="0"/>
              <a:t>Setup:</a:t>
            </a:r>
            <a:r>
              <a:rPr lang="en-GB" sz="2000" dirty="0"/>
              <a:t> Choose template and </a:t>
            </a:r>
            <a:r>
              <a:rPr lang="en-GB" sz="2000" dirty="0" err="1"/>
              <a:t>colors</a:t>
            </a:r>
            <a:endParaRPr lang="en-GB" sz="2000" dirty="0"/>
          </a:p>
          <a:p>
            <a:pPr>
              <a:lnSpc>
                <a:spcPct val="150000"/>
              </a:lnSpc>
            </a:pPr>
            <a:r>
              <a:rPr lang="en-GB" sz="2000" b="1" dirty="0"/>
              <a:t>Profile:</a:t>
            </a:r>
            <a:r>
              <a:rPr lang="en-GB" sz="2000" dirty="0"/>
              <a:t> Enter personal information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Content:</a:t>
            </a:r>
            <a:r>
              <a:rPr lang="en-GB" sz="2000" dirty="0"/>
              <a:t> Add sections (experience, education)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Customize:</a:t>
            </a:r>
            <a:r>
              <a:rPr lang="en-GB" sz="2000" dirty="0"/>
              <a:t> Adjust layout and breaks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Preview:</a:t>
            </a:r>
            <a:r>
              <a:rPr lang="en-GB" sz="2000" dirty="0"/>
              <a:t> Real-time A4 preview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Export:</a:t>
            </a:r>
            <a:r>
              <a:rPr lang="en-GB" sz="2000" dirty="0"/>
              <a:t> Generate PDF or save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41BEF-3326-55DD-CF2C-6974BE17C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37" y="1233392"/>
            <a:ext cx="3744303" cy="47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2457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1EF15-56AB-3847-D1D1-FF28C00C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14EE42-7CDD-97DD-1BDE-3BCF94DC7B57}"/>
              </a:ext>
            </a:extLst>
          </p:cNvPr>
          <p:cNvSpPr txBox="1"/>
          <p:nvPr/>
        </p:nvSpPr>
        <p:spPr>
          <a:xfrm>
            <a:off x="3063977" y="407431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Testing &amp; Compatibility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7CB51-0B7E-6438-BB98-81BB80E356A2}"/>
              </a:ext>
            </a:extLst>
          </p:cNvPr>
          <p:cNvSpPr txBox="1"/>
          <p:nvPr/>
        </p:nvSpPr>
        <p:spPr>
          <a:xfrm>
            <a:off x="908255" y="1875592"/>
            <a:ext cx="8219767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Quality Assurance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Browser Testing:</a:t>
            </a:r>
            <a:r>
              <a:rPr lang="en-IN" sz="2000" dirty="0"/>
              <a:t> Chrome, Firefox, Safari, Edge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Device Testing:</a:t>
            </a:r>
            <a:r>
              <a:rPr lang="en-IN" sz="2000" dirty="0"/>
              <a:t> Desktop, tablet, mobile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Print Testing:</a:t>
            </a:r>
            <a:r>
              <a:rPr lang="en-IN" sz="2000" dirty="0"/>
              <a:t> PDF generation accuracy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Performance Testing:</a:t>
            </a:r>
            <a:r>
              <a:rPr lang="en-IN" sz="2000" dirty="0"/>
              <a:t> Load time optimization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Accessibility Testing:</a:t>
            </a:r>
            <a:r>
              <a:rPr lang="en-IN" sz="2000" dirty="0"/>
              <a:t> Screen reader compatibility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Data Integrity:</a:t>
            </a:r>
            <a:r>
              <a:rPr lang="en-IN" sz="2000" dirty="0"/>
              <a:t> Save/load functionality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55B1D-DB66-7261-A215-0AF7C1E38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272" y="1598400"/>
            <a:ext cx="3694625" cy="43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2421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772E-227A-7C9F-0736-708DC90F1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5A1039-2423-4EA3-4CE3-8A37E086C77A}"/>
              </a:ext>
            </a:extLst>
          </p:cNvPr>
          <p:cNvSpPr txBox="1"/>
          <p:nvPr/>
        </p:nvSpPr>
        <p:spPr>
          <a:xfrm>
            <a:off x="3984524" y="461517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Challenges &amp; Solutions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FD17E3-3547-B862-69BF-326F2D93E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910" y="2462277"/>
            <a:ext cx="4105275" cy="2952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41E4F6-6E10-CC29-4DDD-8D5FBF9E5FE0}"/>
              </a:ext>
            </a:extLst>
          </p:cNvPr>
          <p:cNvSpPr txBox="1"/>
          <p:nvPr/>
        </p:nvSpPr>
        <p:spPr>
          <a:xfrm>
            <a:off x="825910" y="1142055"/>
            <a:ext cx="6096000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Development Hurdles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Challenges: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A4 PDF formatting accuracy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Cross-browser print compatibility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Complex state management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Responsive design for all devices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Solutions: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CSS mm units for precise sizing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Print-specific media queries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Centralized state object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Flexible grid layouts</a:t>
            </a:r>
          </a:p>
        </p:txBody>
      </p:sp>
    </p:spTree>
    <p:extLst>
      <p:ext uri="{BB962C8B-B14F-4D97-AF65-F5344CB8AC3E}">
        <p14:creationId xmlns:p14="http://schemas.microsoft.com/office/powerpoint/2010/main" val="284417312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0F6A-3076-59C3-D288-D65B8CF1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51CA3-C595-4770-4DED-154FF4162DF0}"/>
              </a:ext>
            </a:extLst>
          </p:cNvPr>
          <p:cNvSpPr txBox="1"/>
          <p:nvPr/>
        </p:nvSpPr>
        <p:spPr>
          <a:xfrm>
            <a:off x="3915698" y="331138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A9976-476A-6150-5171-9324843AB315}"/>
              </a:ext>
            </a:extLst>
          </p:cNvPr>
          <p:cNvSpPr txBox="1"/>
          <p:nvPr/>
        </p:nvSpPr>
        <p:spPr>
          <a:xfrm>
            <a:off x="501447" y="885136"/>
            <a:ext cx="8219767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Planned Updates &amp; Features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Version 2.0 Features: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Additional Templates:</a:t>
            </a:r>
            <a:r>
              <a:rPr lang="en-IN" dirty="0"/>
              <a:t> 5+ new professional layouts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Theme Library:</a:t>
            </a:r>
            <a:r>
              <a:rPr lang="en-IN" dirty="0"/>
              <a:t> Pre-built </a:t>
            </a:r>
            <a:r>
              <a:rPr lang="en-IN" dirty="0" err="1"/>
              <a:t>color</a:t>
            </a:r>
            <a:r>
              <a:rPr lang="en-IN" dirty="0"/>
              <a:t> schemes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Cloud Sync:</a:t>
            </a:r>
            <a:r>
              <a:rPr lang="en-IN" dirty="0"/>
              <a:t> Optional cloud storage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AI Suggestions:</a:t>
            </a:r>
            <a:r>
              <a:rPr lang="en-IN" dirty="0"/>
              <a:t> Content recommendations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Multi-language:</a:t>
            </a:r>
            <a:r>
              <a:rPr lang="en-IN" dirty="0"/>
              <a:t> Internationalization support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Collaboration:</a:t>
            </a:r>
            <a:r>
              <a:rPr lang="en-IN" dirty="0"/>
              <a:t> Share and review features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Technical Improvements: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Performance:</a:t>
            </a:r>
            <a:r>
              <a:rPr lang="en-IN" dirty="0"/>
              <a:t> Faster rendering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Accessibility:</a:t>
            </a:r>
            <a:r>
              <a:rPr lang="en-IN" dirty="0"/>
              <a:t> WCAG 2.1 compliance</a:t>
            </a:r>
          </a:p>
          <a:p>
            <a:pPr>
              <a:lnSpc>
                <a:spcPct val="150000"/>
              </a:lnSpc>
            </a:pPr>
            <a:r>
              <a:rPr lang="en-IN" b="1" dirty="0"/>
              <a:t>PWA:</a:t>
            </a:r>
            <a:r>
              <a:rPr lang="en-IN" dirty="0"/>
              <a:t> Progressive Web App features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84B9D-8BD0-D6A3-A1FC-AF9CD34EE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281" y="3815012"/>
            <a:ext cx="5216396" cy="25261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FEDFA7-D215-0C55-211E-C82ED840E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159" y="1393173"/>
            <a:ext cx="2479572" cy="250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7695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2F1D-3DCC-60AB-2FB2-FE3155AC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86FEB6-BBC8-0081-DC85-9086473CAD71}"/>
              </a:ext>
            </a:extLst>
          </p:cNvPr>
          <p:cNvSpPr txBox="1"/>
          <p:nvPr/>
        </p:nvSpPr>
        <p:spPr>
          <a:xfrm>
            <a:off x="4751441" y="408478"/>
            <a:ext cx="60640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E03BE-CFAE-F9C3-EDD8-257E20DC443A}"/>
              </a:ext>
            </a:extLst>
          </p:cNvPr>
          <p:cNvSpPr txBox="1"/>
          <p:nvPr/>
        </p:nvSpPr>
        <p:spPr>
          <a:xfrm>
            <a:off x="828370" y="1504151"/>
            <a:ext cx="8219767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Key Achievements: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Professional-grade resume builder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Zero-dependency web application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Modern UI/UX implementation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Skills Developed: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dirty="0"/>
              <a:t>Advanced CSS techniques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Complex JavaScript applications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Print media optimization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User experience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9F7925-6C29-0875-93B3-D3D7A0F71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70" y="1965551"/>
            <a:ext cx="4504489" cy="35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4269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4590A-B2E1-EA37-EC6C-AB4FD54E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91FA26-F9E2-4EAD-D109-BB6857C64622}"/>
              </a:ext>
            </a:extLst>
          </p:cNvPr>
          <p:cNvSpPr txBox="1"/>
          <p:nvPr/>
        </p:nvSpPr>
        <p:spPr>
          <a:xfrm>
            <a:off x="3972233" y="2505670"/>
            <a:ext cx="8219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00B0F0"/>
                </a:solidFill>
              </a:rPr>
              <a:t>Thank you !</a:t>
            </a:r>
            <a:endParaRPr lang="en-IN" sz="71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10481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3046</TotalTime>
  <Words>606</Words>
  <Application>Microsoft Office PowerPoint</Application>
  <PresentationFormat>Widescreen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 Vishwakarma</dc:creator>
  <cp:lastModifiedBy>Deepak Maurya</cp:lastModifiedBy>
  <cp:revision>16</cp:revision>
  <dcterms:created xsi:type="dcterms:W3CDTF">2025-08-13T10:06:02Z</dcterms:created>
  <dcterms:modified xsi:type="dcterms:W3CDTF">2025-08-18T15:33:54Z</dcterms:modified>
</cp:coreProperties>
</file>